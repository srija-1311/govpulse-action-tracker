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>
                <a:latin typeface="Calibri"/>
              </a:rPr>
              <a:t>Actions by status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1F5FBF"/>
            </a:solidFill>
          </c:spPr>
          <c:cat>
            <c:strRef>
              <c:f>Sheet1!$A$2:$A$5</c:f>
              <c:strCache>
                <c:ptCount val="4"/>
                <c:pt idx="0">
                  <c:v>Not Started</c:v>
                </c:pt>
                <c:pt idx="1">
                  <c:v>In Progress</c:v>
                </c:pt>
                <c:pt idx="2">
                  <c:v>Blocked</c:v>
                </c:pt>
                <c:pt idx="3">
                  <c:v>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10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>
                <a:latin typeface="Calibri"/>
              </a:rPr>
              <a:t>Actions by function and RAG status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Done</c:v>
                </c:pt>
              </c:strCache>
            </c:strRef>
          </c:tx>
          <c:spPr>
            <a:solidFill>
              <a:srgbClr val="98A2B3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 track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Amber</c:v>
                </c:pt>
              </c:strCache>
            </c:strRef>
          </c:tx>
          <c:spPr>
            <a:solidFill>
              <a:srgbClr val="E0A100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Weekly Action Tracker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9D6EE"/>
                </a:solidFill>
                <a:latin typeface="Calibri"/>
              </a:rPr>
              <a:t>Strategic initiatives and governance actions  |  Week ending 01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24% of actions are complete; 5 are overdue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01 Oct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B2545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Total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2E8B57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F5FBF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In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E0A1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C0392B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Overdue actions are concentrated in Technology (2 of 5); consider a focused follow-up.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2 action(s) are blocked and need escalation or a management decision.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6 action(s) fall due in the next 7 days.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Open actions are on average 40% complete.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Key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Progress by status and by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01 Oct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47548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0" y="1463040"/>
          <a:ext cx="59436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5 overdue and 2 blocked actions need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01 Oct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566160"/>
                <a:gridCol w="1554480"/>
                <a:gridCol w="1371600"/>
                <a:gridCol w="914400"/>
                <a:gridCol w="822960"/>
                <a:gridCol w="20116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Item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Close access-review findings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Sana Qureshi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17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Overdue 14d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A-003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Compliance review of digital consent flow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Rohan Das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25 Sep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Overdue 6d + blocked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Sign off UAT test scripts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Neha Iyer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27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Overdue 4d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A-011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Security assessment of shortlisted vendors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Ishaan Verma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06 Oct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0A100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Identify vendor contract savings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Vikram Rao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29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Overdue 2d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A-021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Automate reminder emails for open actions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Kunal Shah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30 Sep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Overdue 1d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6 actions fall due in the next 7 days: follow-ups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01 Oct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114800"/>
                <a:gridCol w="1554480"/>
                <a:gridCol w="1371600"/>
                <a:gridCol w="822960"/>
                <a:gridCol w="1005840"/>
                <a:gridCol w="1371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Item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Build prototype dashboard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Ishaan Verma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02 Oct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A-004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Reconcile data fields to regulatory template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Priya Nair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04 Oct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Compile evidence pack for internal audit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Neha Iyer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05 Oct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A-011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Security assessment of shortlisted vendors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Ishaan Verma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06 Oct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Present savings options to steering committee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Aarav Mehta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07 Oct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A-016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Set up outreach tracker for client documents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Kavya Reddy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08 Oct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